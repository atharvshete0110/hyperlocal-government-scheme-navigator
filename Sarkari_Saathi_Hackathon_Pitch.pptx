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35400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7AE6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Sarkari Saathi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सरकारी साथी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CCCCC"/>
                </a:solidFill>
              </a:rPr>
              <a:t>AI-Powered Government Scheme Navigator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🇮🇳 Made with ❤️ for the People of India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944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Information Gap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0160" y="16459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Millions of eligible citizens don't know schemes exist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74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Complex Criteria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80160" y="24688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Eligibility requirements buried in bureaucratic language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403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Language Barrier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280160" y="32918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Documentation only in English/Hindi, excluding millions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633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Digital Divide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280160" y="41148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Low literacy and limited internet access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D35400">
              <a:alpha val="9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₹30,000 Crore in scheme funds go unutilized annually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</a:rPr>
              <a:t>Our Solution: Sarkari Saathi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An AI-powered assistant that makes government schemes accessible to everyone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27AE60">
              <a:alpha val="8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AI Conversations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Natural language chat powered by Claude Sonnet 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73736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920240"/>
            <a:ext cx="548640" cy="548640"/>
          </a:xfrm>
          <a:prstGeom prst="ellipse">
            <a:avLst/>
          </a:prstGeom>
          <a:solidFill>
            <a:srgbClr val="27AE60">
              <a:alpha val="85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0116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Voice-First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150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Speech input/output for accessibility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10896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27AE60">
              <a:alpha val="85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83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Multi-Language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3716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Hindi, English, easily extendable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310896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83480" y="3291840"/>
            <a:ext cx="548640" cy="548640"/>
          </a:xfrm>
          <a:prstGeom prst="ellipse">
            <a:avLst/>
          </a:prstGeom>
          <a:solidFill>
            <a:srgbClr val="27AE60">
              <a:alpha val="85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3832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Smart Matching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7150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AI analyzes profile &amp; recommends schemes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27AE60">
              <a:alpha val="9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From hours of searching → Minutes of conversation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0" cy="365760"/>
          </a:xfrm>
          <a:prstGeom prst="line">
            <a:avLst/>
          </a:prstGeom>
          <a:noFill/>
          <a:ln w="38100">
            <a:solidFill>
              <a:srgbClr val="D3540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280160" y="1280160"/>
            <a:ext cx="7406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User Interaction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Type or speak your query in Hindi/English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48640" cy="548640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0" cy="365760"/>
          </a:xfrm>
          <a:prstGeom prst="line">
            <a:avLst/>
          </a:prstGeom>
          <a:noFill/>
          <a:ln w="38100">
            <a:solidFill>
              <a:srgbClr val="D3540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280160" y="2194560"/>
            <a:ext cx="7406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63040" y="2286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AI Processing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5146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Claude analyzes profile and extracts intent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548640" cy="548640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0" cy="365760"/>
          </a:xfrm>
          <a:prstGeom prst="line">
            <a:avLst/>
          </a:prstGeom>
          <a:noFill/>
          <a:ln w="38100">
            <a:solidFill>
              <a:srgbClr val="D3540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280160" y="3108960"/>
            <a:ext cx="7406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63040" y="3200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Smart Matching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4290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RAG system matches relevant schemes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280160" y="4023360"/>
            <a:ext cx="7406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63040" y="4114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Guidance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43434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Step-by-step application instructions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5400"/>
                </a:solidFill>
              </a:rPr>
              <a:t>Frontend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React 18 + Vite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TailwindCSS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Web Speech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Axios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5400"/>
                </a:solidFill>
              </a:rPr>
              <a:t>Backend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FastAPI (Python)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Claude Sonnet 4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RAG 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Pydantic Validation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1A1A2E">
              <a:alpha val="9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UI ↔ FastAPI ↔ Claude AI + Scheme Database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User speaks → AI understands → Schemes matched → Guidance provided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Works on 2G connections | Voice-first | Low-bandwidth optimized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</a:rPr>
              <a:t>Impact &amp; Scale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886200" cy="914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35400"/>
                </a:solidFill>
              </a:rPr>
              <a:t>1.4B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Potential Users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Indians who can benefit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28016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80160"/>
            <a:ext cx="3886200" cy="914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5087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35400"/>
                </a:solidFill>
              </a:rPr>
              <a:t>1000+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800600" y="1965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Gov Schemes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224028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Addressable across India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3886200" cy="914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546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35400"/>
                </a:solidFill>
              </a:rPr>
              <a:t>&lt;2s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Response 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Fast AI matching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26080"/>
            <a:ext cx="3886200" cy="914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1546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35400"/>
                </a:solidFill>
              </a:rPr>
              <a:t>90%+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800600" y="36118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Accuracy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388620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Eligibility matching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LIVE DEMO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35400"/>
                </a:solidFill>
              </a:rPr>
              <a:t>Watch Sarkari Saathi in 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Scenario 1: </a:t>
            </a:r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Farmer discovering PM-KISAN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Scenario 2: </a:t>
            </a:r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Voice input in Hindi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</a:rPr>
              <a:t>Roadmap &amp; Future Vision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371600" cy="82296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Current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11 central schemes • 2 languages (EN/HI) • Voice support • Basic matching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371600" cy="82296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 months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42316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50+ schemes • 5 regional languages • State integration • User accounts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1371600" cy="82296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 months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3832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100+ schemes • 10+ languages • WhatsApp bot • Direct application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160520"/>
            <a:ext cx="1371600" cy="82296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12 months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43434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All major schemes • 15+ languages • Offline mode • Full gov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</a:rPr>
              <a:t>Sustainability &amp; Business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B2G Licensing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016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State governments can license and customize for their schemes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5146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CSR Partnerships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80160" y="28346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Corporate social responsibility programs for rural outreach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118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566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NGO Collaboration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280160" y="3886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Partner with grassroots organizations for last-mile delivery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D35400">
              <a:alpha val="9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5400"/>
                </a:solidFill>
              </a:rPr>
              <a:t>Core Principle: FREE for all citizens | Revenue from institutions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35400"/>
                </a:solidFill>
              </a:rPr>
              <a:t>धन्यवाद!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</a:rPr>
              <a:t>Let's Bridge the Information Gap Together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GitHub: </a:t>
            </a:r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github.com/atharvshete0110/Hyperlocal-Government-Scheme-Navigator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Demo: </a:t>
            </a:r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localhost:5173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Sarkari Saathi - Government Scheme Navigator</dc:title>
  <dc:subject>PptxGenJS Presentation</dc:subject>
  <dc:creator>Sarkari Saathi Team</dc:creator>
  <cp:lastModifiedBy>Sarkari Saathi Team</cp:lastModifiedBy>
  <cp:revision>1</cp:revision>
  <dcterms:created xsi:type="dcterms:W3CDTF">2026-02-10T08:26:13Z</dcterms:created>
  <dcterms:modified xsi:type="dcterms:W3CDTF">2026-02-10T08:26:13Z</dcterms:modified>
</cp:coreProperties>
</file>